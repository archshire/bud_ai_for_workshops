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Bud is introduced as a partner in the participant platform, not a passive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a passive AI tool and a bounded partner that can respond to approved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Bud’s independent but bounded support: simplify, ask, and check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participant agency: they choose check-in responses, and Bud does not label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practical way participants should use Bud during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ud_bg1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914400"/>
            <a:ext cx="5532120" cy="4434840"/>
          </a:xfrm>
          <a:prstGeom prst="roundRect">
            <a:avLst>
              <a:gd name="adj" fmla="val 2474"/>
            </a:avLst>
          </a:prstGeom>
          <a:solidFill>
            <a:srgbClr val="071527">
              <a:alpha val="8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28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960120" y="1234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7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 PLATFORM WORKSHOP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60120" y="16276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 Bud AI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87552" y="2542032"/>
            <a:ext cx="4663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workshop partner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—not just a chatbot.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87552" y="3675888"/>
            <a:ext cx="4526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lives in the participant platform chat and stays with you as you read, work, ask, and check in.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87552" y="4818888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4910328"/>
            <a:ext cx="3200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for progress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F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workshop guide  •  1/5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ud_bg2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685800"/>
            <a:ext cx="5394960" cy="5349240"/>
          </a:xfrm>
          <a:prstGeom prst="roundRect">
            <a:avLst>
              <a:gd name="adj" fmla="val 2051"/>
            </a:avLst>
          </a:prstGeom>
          <a:solidFill>
            <a:srgbClr val="071527">
              <a:alpha val="9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  <a:effectLst>
            <a:outerShdw sx="100000" sy="100000" kx="0" ky="0" algn="bl" rotWithShape="0" blurRad="322580000" dist="241935000" dir="162000000000">
              <a:srgbClr val="000000">
                <a:alpha val="28000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6355080" y="9875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COMMAND TO COMPANIONSHIP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355080" y="1371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Bud different?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400800" y="2423160"/>
            <a:ext cx="44348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65392" y="2606040"/>
            <a:ext cx="40690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waits for the right prompt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001000" y="3456432"/>
            <a:ext cx="1005840" cy="502920"/>
          </a:xfrm>
          <a:prstGeom prst="chevron">
            <a:avLst/>
          </a:prstGeom>
          <a:solidFill>
            <a:srgbClr val="F9C766"/>
          </a:solidFill>
          <a:ln w="12700">
            <a:solidFill>
              <a:srgbClr val="F9C766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416052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4370832"/>
            <a:ext cx="393192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notices the task, page, questions, and progress signals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82512" y="5413248"/>
            <a:ext cx="44348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can offer timely help without waiting for a perfectly worded prompt.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F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workshop guide  •  2/5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ud_bg3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0080"/>
            <a:ext cx="5257800" cy="5440680"/>
          </a:xfrm>
          <a:prstGeom prst="roundRect">
            <a:avLst>
              <a:gd name="adj" fmla="val 2087"/>
            </a:avLst>
          </a:prstGeom>
          <a:solidFill>
            <a:srgbClr val="071527">
              <a:alpha val="87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4096766000000" dist="3072574500000" dir="9720000000000000">
              <a:srgbClr val="000000">
                <a:alpha val="2800000000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932688" y="9509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7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LEARNING GETS FOGGY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32688" y="1335024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Bud helps close the gap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950976" y="2212848"/>
            <a:ext cx="42062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something seems unclear, Bud can respond in the moment: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60120" y="2907792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7BE7FF"/>
          </a:solidFill>
          <a:ln w="12700">
            <a:solidFill>
              <a:srgbClr val="7BE7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2980944"/>
            <a:ext cx="98755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331720" y="2880360"/>
            <a:ext cx="2971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material in simpler language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0120" y="365760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7BE7FF"/>
          </a:solidFill>
          <a:ln w="12700">
            <a:solidFill>
              <a:srgbClr val="7BE7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3730752"/>
            <a:ext cx="98755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331720" y="3630168"/>
            <a:ext cx="2971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focused follow-up question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60120" y="4407408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7BE7FF"/>
          </a:solidFill>
          <a:ln w="12700">
            <a:solidFill>
              <a:srgbClr val="7BE7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3272" y="4480560"/>
            <a:ext cx="98755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331720" y="4379976"/>
            <a:ext cx="2971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understanding without assuming silence means “yes”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F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workshop guide  •  3/5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ud_bg4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731520"/>
            <a:ext cx="5349240" cy="5349240"/>
          </a:xfrm>
          <a:prstGeom prst="roundRect">
            <a:avLst>
              <a:gd name="adj" fmla="val 2051"/>
            </a:avLst>
          </a:prstGeom>
          <a:solidFill>
            <a:srgbClr val="071527">
              <a:alpha val="8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52028928200000000" dist="39021696150000000" dir="583200000000000000000">
              <a:srgbClr val="000000">
                <a:alpha val="280000000000000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24128" y="1033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B4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LANGUAGE, SIGNALS, PRIVACY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24128" y="1417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stay in control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033272" y="2267712"/>
            <a:ext cx="43891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can translate and explain, but your private Bud thread stays private.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024128" y="324612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91F2A1"/>
          </a:solidFill>
          <a:ln w="12700">
            <a:solidFill>
              <a:srgbClr val="91F2A1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3346704"/>
            <a:ext cx="117043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3584448"/>
            <a:ext cx="117043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I’m okay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50592" y="324612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FFE27A"/>
          </a:solidFill>
          <a:ln w="12700">
            <a:solidFill>
              <a:srgbClr val="FFE27A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23744" y="3346704"/>
            <a:ext cx="117043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Yellow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523744" y="3584448"/>
            <a:ext cx="117043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I’m unsure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77056" y="3246120"/>
            <a:ext cx="1325880" cy="658368"/>
          </a:xfrm>
          <a:prstGeom prst="roundRect">
            <a:avLst>
              <a:gd name="adj" fmla="val 12500"/>
            </a:avLst>
          </a:prstGeom>
          <a:solidFill>
            <a:srgbClr val="FF8C8C"/>
          </a:solidFill>
          <a:ln w="12700">
            <a:solidFill>
              <a:srgbClr val="FF8C8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50208" y="3346704"/>
            <a:ext cx="117043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950208" y="3584448"/>
            <a:ext cx="117043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need help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33272" y="4370832"/>
            <a:ext cx="43891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check-ins are signals you choose to give. Patterns may guide facilitation, but they are not diagnoses.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F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workshop guide  •  4/5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ud_bg5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685800"/>
            <a:ext cx="10835640" cy="5440680"/>
          </a:xfrm>
          <a:prstGeom prst="roundRect">
            <a:avLst>
              <a:gd name="adj" fmla="val 2017"/>
            </a:avLst>
          </a:prstGeom>
          <a:solidFill>
            <a:srgbClr val="071527">
              <a:alpha val="8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60767388140000000000" dist="495575541105000000000" dir="3.4992e+25">
              <a:srgbClr val="000000">
                <a:alpha val="2.8e+24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1051560" y="987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7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 FLOW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5156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Bud today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069848" y="2852928"/>
            <a:ext cx="658368" cy="658368"/>
          </a:xfrm>
          <a:prstGeom prst="ellipse">
            <a:avLst/>
          </a:prstGeom>
          <a:solidFill>
            <a:srgbClr val="F9C76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2990088"/>
            <a:ext cx="365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6968" y="3703320"/>
            <a:ext cx="1417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the current page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47672" y="2944368"/>
            <a:ext cx="438912" cy="438912"/>
          </a:xfrm>
          <a:prstGeom prst="chevron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35808" y="2852928"/>
            <a:ext cx="658368" cy="658368"/>
          </a:xfrm>
          <a:prstGeom prst="ellipse">
            <a:avLst/>
          </a:prstGeom>
          <a:solidFill>
            <a:srgbClr val="7BE7F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2112" y="2990088"/>
            <a:ext cx="365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852928" y="3703320"/>
            <a:ext cx="1417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at your own pace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13632" y="2944368"/>
            <a:ext cx="438912" cy="438912"/>
          </a:xfrm>
          <a:prstGeom prst="chevron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01768" y="2852928"/>
            <a:ext cx="658368" cy="658368"/>
          </a:xfrm>
          <a:prstGeom prst="ellipse">
            <a:avLst/>
          </a:prstGeom>
          <a:solidFill>
            <a:srgbClr val="F9C76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48072" y="2990088"/>
            <a:ext cx="365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18888" y="3703320"/>
            <a:ext cx="1417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feels unclear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879592" y="2944368"/>
            <a:ext cx="438912" cy="438912"/>
          </a:xfrm>
          <a:prstGeom prst="chevron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67728" y="2852928"/>
            <a:ext cx="658368" cy="658368"/>
          </a:xfrm>
          <a:prstGeom prst="ellipse">
            <a:avLst/>
          </a:prstGeom>
          <a:solidFill>
            <a:srgbClr val="7BE7FF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14032" y="2990088"/>
            <a:ext cx="365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784848" y="3703320"/>
            <a:ext cx="1417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task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845552" y="2944368"/>
            <a:ext cx="438912" cy="438912"/>
          </a:xfrm>
          <a:prstGeom prst="chevron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33688" y="2852928"/>
            <a:ext cx="658368" cy="658368"/>
          </a:xfrm>
          <a:prstGeom prst="ellipse">
            <a:avLst/>
          </a:prstGeom>
          <a:solidFill>
            <a:srgbClr val="F9C76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79992" y="2990088"/>
            <a:ext cx="365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750808" y="3703320"/>
            <a:ext cx="1417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Green / Yellow / Red check-ins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78992" y="5138928"/>
            <a:ext cx="96926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reduces friction from confusion, translation, embarrassment, and not knowing how to begin. You and the workshop leader still decide what happens next.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F">
                    <a:alpha val="6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 workshop guide  •  5/5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Bud AI as Your Workshop Partner</dc:title>
  <dc:subject>Workshop guide for using Bud AI on the participant platform</dc:subject>
  <dc:creator>OpenAI</dc:creator>
  <cp:lastModifiedBy>OpenAI</cp:lastModifiedBy>
  <cp:revision>1</cp:revision>
  <dcterms:created xsi:type="dcterms:W3CDTF">2026-07-28T06:52:33Z</dcterms:created>
  <dcterms:modified xsi:type="dcterms:W3CDTF">2026-07-28T06:52:33Z</dcterms:modified>
</cp:coreProperties>
</file>