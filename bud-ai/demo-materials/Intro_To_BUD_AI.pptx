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F6368"/>
                </a:solidFill>
              </a:rPr>
              <a:t>BUD AI  / 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Intro To BUD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>
                <a:solidFill>
                  <a:srgbClr val="2F3740"/>
                </a:solidFill>
              </a:rPr>
              <a:t>A workshop where your AI partner travels with you through the material.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368"/>
                </a:solidFill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F6368"/>
                </a:solidFill>
              </a:rPr>
              <a:t>BUD AI  / 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01  What is Bud?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>
                <a:solidFill>
                  <a:srgbClr val="2F3740"/>
                </a:solidFill>
              </a:rPr>
              <a:t>Bud is a private learning partner. It follows the workshop material, notices useful signals, and helps you move forward without exposing your private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368"/>
                </a:solidFill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F6368"/>
                </a:solidFill>
              </a:rPr>
              <a:t>BUD AI  / 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02  The workshop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>
                <a:solidFill>
                  <a:srgbClr val="2F3740"/>
                </a:solidFill>
              </a:rPr>
              <a:t>Read the current page, ask Bud about anything unclear, complete the page task, and report your understanding with the page check-in.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368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F6368"/>
                </a:solidFill>
              </a:rPr>
              <a:t>BUD AI  / 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03  Task: Meet your Bud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>
                <a:solidFill>
                  <a:srgbClr val="2F3740"/>
                </a:solidFill>
              </a:rPr>
              <a:t>Ask Bud one question about this workshop. Then choose green, yellow, or red to show how clear this page feels. Mark the task complete when both steps are done.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46320"/>
            <a:ext cx="1828800" cy="530352"/>
          </a:xfrm>
          <a:prstGeom prst="roundRect">
            <a:avLst/>
          </a:prstGeom>
          <a:solidFill>
            <a:srgbClr val="F16D5B"/>
          </a:solidFill>
          <a:ln>
            <a:solidFill>
              <a:srgbClr val="F16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6519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TASK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368"/>
                </a:solidFill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F6368"/>
                </a:solidFill>
              </a:rPr>
              <a:t>BUD AI  / 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04  Bud follows the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>
                <a:solidFill>
                  <a:srgbClr val="2F3740"/>
                </a:solidFill>
              </a:rPr>
              <a:t>Bud uses the approved workshop document and the current task as its grounding. It should say when the material is not enough rather than invent an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368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F6368"/>
                </a:solidFill>
              </a:rPr>
              <a:t>BUD AI  / 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05  Ask without embarrassment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>
                <a:solidFill>
                  <a:srgbClr val="2F3740"/>
                </a:solidFill>
              </a:rPr>
              <a:t>You can ask a private question, request a simpler explanation, or say that you are stuck. Your private thread stays private unless you choose to escalate.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368"/>
                </a:solidFill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F6368"/>
                </a:solidFill>
              </a:rPr>
              <a:t>BUD AI  / 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06  Task: Test the microphone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>
                <a:solidFill>
                  <a:srgbClr val="2F3740"/>
                </a:solidFill>
              </a:rPr>
              <a:t>Press Talk to Bud, say: 'Can you hear me?', and stop talking. Check that a transcript appears. Mark the task complete when the test succeeds.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46320"/>
            <a:ext cx="1828800" cy="530352"/>
          </a:xfrm>
          <a:prstGeom prst="roundRect">
            <a:avLst/>
          </a:prstGeom>
          <a:solidFill>
            <a:srgbClr val="F16D5B"/>
          </a:solidFill>
          <a:ln>
            <a:solidFill>
              <a:srgbClr val="F16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6519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TASK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368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F6368"/>
                </a:solidFill>
              </a:rPr>
              <a:t>BUD AI  / 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07  Understanding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>
                <a:solidFill>
                  <a:srgbClr val="2F3740"/>
                </a:solidFill>
              </a:rPr>
              <a:t>Green means got it. Yellow means partly clear and invites a follow-up. Red means help is needed. No response remains unknown; Bud never guesses.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368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F6368"/>
                </a:solidFill>
              </a:rPr>
              <a:t>BUD AI  / 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08  Partner agency with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>
                <a:solidFill>
                  <a:srgbClr val="2F3740"/>
                </a:solidFill>
              </a:rPr>
              <a:t>Bud can offer timely help, ask clarifying questions, and adapt to your responses. It cannot override your meaning, expose private content, or make decisions for the facilitator.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368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F6368"/>
                </a:solidFill>
              </a:rPr>
              <a:t>BUD AI  / 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09  Task: Explain the difference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>
                <a:solidFill>
                  <a:srgbClr val="2F3740"/>
                </a:solidFill>
              </a:rPr>
              <a:t>Tell Bud one difference between an AI tool and an AI partner. Ask Bud to help if needed, then mark this task complete and submit your page check-in.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46320"/>
            <a:ext cx="1828800" cy="530352"/>
          </a:xfrm>
          <a:prstGeom prst="roundRect">
            <a:avLst/>
          </a:prstGeom>
          <a:solidFill>
            <a:srgbClr val="F16D5B"/>
          </a:solidFill>
          <a:ln>
            <a:solidFill>
              <a:srgbClr val="F16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6519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TASK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368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